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928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Intelligence Agent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Review — Data Understanding &amp; First EDA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Group AI/ML Engineering Internship  |  Amazon Fine Food Reviews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Fine Food Reviews — Kaggle (snap/amazon-fine-food-reviews)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568,454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reviews collected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429000" y="2057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309360" y="2057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1999–2012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 covered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89720" y="18288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9189720" y="2057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74,258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columns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ProductId, UserId — identify what's being reviewed and by whom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(1–5) — the target rating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Text — the review content (main NLP input)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HelpfulnessNumerator / Denominator — review quality signal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3931920"/>
            <a:ext cx="5120640" cy="2468880"/>
          </a:xfrm>
          <a:prstGeom prst="roundRect">
            <a:avLst>
              <a:gd name="adj" fmla="val 370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766560" y="41605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data dictionary documenting every column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(name, type, meaning, role) was completed as part of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of the plan.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Issues Found &amp; Fixed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568,454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77640" y="2011680"/>
            <a:ext cx="640080" cy="45720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75488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828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393,890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unique rows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128016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174,562 duplicate reviews removed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review (UserId + Time + Text) posted under multiple ProductIds — likely different flavors/sizes of the same product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broken helpfulness rows removed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where HelpfulnessNumerator exceeded HelpfulnessDenominator — logically invalid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60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the same opinion multiple times would bias sentiment analysis and let duplicated reviews dominate model training. Removing them ensures every insight reflects a genuinely unique customer opinion.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Post-cleaning validation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Score values fall within the valid 1–5 range (0 invalid rows)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Helpfulness columns pass sanity checks — no negative or malformed values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Label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star ratings are converted into positive / negative / neutral labels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stars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57200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stars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treat 3 stars as neutral?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09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3-star rating is genuinely ambiguous — it doesn't cleanly signal satisfaction or dissatisfaction. Forcing it into positive or negative would introduce label noise into the sentiment model rather than reduce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EDA Findings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heavily skewed positive — roughly two-thirds are 5-star, only ~5% are 2-star. This class imbalance means the sentiment model will need class weighting, and accuracy alone would be misleading.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volume grew massively after 2007 and is dominated by 2011–2012 — most of the data is recent by the dataset's own standards, worth noting as a limitation later.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45DEC7-3441-2B09-5A06-82114CE2ED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9" t="2724" r="1760" b="3527"/>
          <a:stretch>
            <a:fillRect/>
          </a:stretch>
        </p:blipFill>
        <p:spPr>
          <a:xfrm>
            <a:off x="948906" y="1097279"/>
            <a:ext cx="4373592" cy="31469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A69920-9E0B-6571-F571-FC0F421D7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497" y="1146001"/>
            <a:ext cx="3923291" cy="29687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 — NLP Exploration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3162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15316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pipeline: lowercase, remove punctuation/HTML, strip stop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6626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3662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51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Analysis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108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common words/phrases between positive and negative reviews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0090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2009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651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Helpfulness Insight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108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helpfulness_ratio relates to rating, length, and review 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3554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00355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651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Dashboard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108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initial Streamlit views: KPIs, rating trend, sentiment mix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status: dataset cleaned, validated, and documented — on track for the 45-day plan.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464</Words>
  <Application>Microsoft Office PowerPoint</Application>
  <PresentationFormat>Widescreen</PresentationFormat>
  <Paragraphs>70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Ishaan</cp:lastModifiedBy>
  <cp:revision>2</cp:revision>
  <dcterms:created xsi:type="dcterms:W3CDTF">2026-09-08T12:31:07Z</dcterms:created>
  <dcterms:modified xsi:type="dcterms:W3CDTF">2026-09-08T12:52:07Z</dcterms:modified>
</cp:coreProperties>
</file>